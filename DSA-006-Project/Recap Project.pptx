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5680fde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5680fde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680fde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680fde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5680fde8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5680fde8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5680fde8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5680fde8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Sync vs Async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**Synchronous**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executes tasks sequentially, blocking the next operation until the current one completes.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**Asynchronous**</a:t>
            </a: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allows multiple tasks to run concurrently without waiting.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5680fde8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5680fde8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680fde8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5680fde8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ytedance.sg.larkoffice.com/docx/E6bhdCMUqojrxsxOFn5lFVdMgkc" TargetMode="External"/><Relationship Id="rId4" Type="http://schemas.openxmlformats.org/officeDocument/2006/relationships/hyperlink" Target="https://bytedance.sg.larkoffice.com/minutes/obsgjn86367865561wr9fkt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TikTok Tech Jam 2025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436050"/>
            <a:ext cx="8520600" cy="31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https://bytedance.sg.larkoffice.com/docx/E6bhdCMUqojrxsxOFn5lFVdMgkc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Recording</a:t>
            </a:r>
            <a:r>
              <a:rPr lang="en"/>
              <a:t>: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https://bytedance.sg.larkoffice.com/minutes/obsgjn86367865561wr9fkt5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Design and implement an ML-based system to evaluate the quality and relevancy of Google location reviews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The system should: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AutoNum type="arabicPeriod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Gauge review quality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: Detect spam, advertisements, irrelevant content, and rants from users who have likely never visited the location.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AutoNum type="arabicPeriod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Assess relevancy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: Determine whether the content of a review is genuinely related to the location being reviewed.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AutoNum type="arabicPeriod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Enforce policies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: Automatically flag or filter out reviews that violate the following example policies: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○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No advertisements or promotional content.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○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No irrelevant content (e.g., reviews about unrelated topics).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○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No rants or complaints from users who have not visited the place (can be inferred from content, metadata, or other signals).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Criteria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Precision - The ability of a model to identify only the relevant data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Recall - The ability of a model to find all the relevant data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F1 Score - Single score that balances both metrics ((2*Precision * Recall)/Precision+Recall))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238" y="2530175"/>
            <a:ext cx="5986675" cy="273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Sync vs Asycn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625" y="1352925"/>
            <a:ext cx="5588748" cy="333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0675" y="1303950"/>
            <a:ext cx="6190250" cy="34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Imbalance Data Problem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20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Imbalanced data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is a machine learning problem where one class has significantly more examples than others, causing models to become biased toward the majority class and perform poorly on the minority class.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In this case, if I trained a model based on this pseudo-labeled data, the newly trained model could just try it's luck and give "Legitimate" EVERYTIME. And it'll get it right most of the time (***/1100 correct).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Since it is a really good score no?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788" y="3216775"/>
            <a:ext cx="5142424" cy="16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Dealing with Imbalance Data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Oversample Minority Classes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Class Weight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Generate Synthetic Data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93607"/>
            <a:ext cx="9143999" cy="3049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